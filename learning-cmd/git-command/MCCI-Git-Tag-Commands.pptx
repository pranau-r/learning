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3E"/>
    <a:srgbClr val="081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86441" autoAdjust="0"/>
  </p:normalViewPr>
  <p:slideViewPr>
    <p:cSldViewPr>
      <p:cViewPr>
        <p:scale>
          <a:sx n="81" d="100"/>
          <a:sy n="81" d="100"/>
        </p:scale>
        <p:origin x="-133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44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C83A3-D829-42BF-BFC1-43ABB46CB9DA}" type="datetimeFigureOut">
              <a:rPr lang="en-US" smtClean="0"/>
              <a:pPr/>
              <a:t>3/8/2022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37895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3409B-D882-4EFE-A933-C13FF2BDCB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73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686F3-AB85-4C6C-8C2D-2BC6D358C5BD}" type="datetimeFigureOut">
              <a:rPr lang="en-US" smtClean="0"/>
              <a:pPr/>
              <a:t>3/8/2022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2025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690269"/>
            <a:ext cx="548640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378824"/>
            <a:ext cx="29718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3961A-1127-4F75-A788-9D38B8AE4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8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EF9EB-20BB-4E7B-AB01-CFB439B533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9144000" cy="369888"/>
          </a:xfrm>
          <a:prstGeom prst="rect">
            <a:avLst/>
          </a:prstGeom>
          <a:gradFill flip="none" rotWithShape="1">
            <a:gsLst>
              <a:gs pos="45000">
                <a:srgbClr val="0033CC"/>
              </a:gs>
              <a:gs pos="0">
                <a:srgbClr val="0033CC"/>
              </a:gs>
              <a:gs pos="87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>
            <a:spAutoFit/>
          </a:bodyPr>
          <a:lstStyle/>
          <a:p>
            <a:pPr>
              <a:defRPr/>
            </a:pPr>
            <a:endParaRPr lang="en-US" spc="600" dirty="0">
              <a:solidFill>
                <a:schemeClr val="bg1"/>
              </a:solidFill>
              <a:latin typeface="Berlin Sans FB Demi" pitchFamily="34" charset="0"/>
            </a:endParaRPr>
          </a:p>
        </p:txBody>
      </p:sp>
      <p:pic>
        <p:nvPicPr>
          <p:cNvPr id="1032" name="Picture 12" descr="28pt_0033cc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28575"/>
            <a:ext cx="1057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git/tutorials/inspecting-a-repository/git-tag" TargetMode="External"/><Relationship Id="rId2" Type="http://schemas.openxmlformats.org/officeDocument/2006/relationships/hyperlink" Target="https://git-scm.com/book/en/v2/Git-Basics-Tagg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Tag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2/15/2022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F9EB-20BB-4E7B-AB01-CFB439B533E0}" type="slidenum">
              <a:rPr lang="en-US" smtClean="0"/>
              <a:pPr/>
              <a:t>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MCCI Confidential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tags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Git Tags are used to capture a particular commit from history, irrespective of number of updates.</a:t>
            </a:r>
          </a:p>
          <a:p>
            <a:r>
              <a:rPr lang="en-IN" dirty="0" smtClean="0"/>
              <a:t>Tags are used to get commits marked which are seem to be important.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F9EB-20BB-4E7B-AB01-CFB439B533E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7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Tag commands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>
                <a:latin typeface="+mj-lt"/>
                <a:cs typeface="Courier New" panose="02070309020205020404" pitchFamily="49" charset="0"/>
              </a:rPr>
              <a:t>List</a:t>
            </a:r>
            <a:endParaRPr lang="en-IN" sz="2000" dirty="0" smtClean="0">
              <a:latin typeface="+mj-lt"/>
              <a:cs typeface="Courier New" panose="020703090202050204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tag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tag –l “&lt;key-term&gt;”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+mj-lt"/>
                <a:cs typeface="Courier New" panose="02070309020205020404" pitchFamily="49" charset="0"/>
              </a:rPr>
              <a:t>Create</a:t>
            </a:r>
            <a:endParaRPr lang="en-IN" sz="2000" dirty="0" smtClean="0">
              <a:latin typeface="+mj-lt"/>
              <a:cs typeface="Courier New" panose="020703090202050204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tag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&lt;tag-name&gt;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git tag -a &lt;tag-name&gt;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-m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"&lt;description&gt;“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tag –a &lt;tag-name&gt; &lt;commit-number&gt;</a:t>
            </a:r>
          </a:p>
          <a:p>
            <a:r>
              <a:rPr lang="en-IN" sz="2400" dirty="0" smtClean="0">
                <a:latin typeface="+mj-lt"/>
                <a:cs typeface="Courier New" panose="02070309020205020404" pitchFamily="49" charset="0"/>
              </a:rPr>
              <a:t>Share and checkout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push origin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&lt;tag-name&gt;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checkout &lt;tag-name&gt;</a:t>
            </a:r>
          </a:p>
          <a:p>
            <a:r>
              <a:rPr lang="en-IN" sz="2000" dirty="0" smtClean="0">
                <a:latin typeface="+mj-lt"/>
                <a:cs typeface="Courier New" panose="02070309020205020404" pitchFamily="49" charset="0"/>
              </a:rPr>
              <a:t>Delete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tag -d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&lt;tag-name&gt;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F9EB-20BB-4E7B-AB01-CFB439B533E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6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git-scm.com/book/en/v2/Git-Basics-Tagging</a:t>
            </a:r>
            <a:endParaRPr lang="en-IN" dirty="0" smtClean="0"/>
          </a:p>
          <a:p>
            <a:r>
              <a:rPr lang="en-IN" dirty="0">
                <a:hlinkClick r:id="rId3"/>
              </a:rPr>
              <a:t>https://</a:t>
            </a:r>
            <a:r>
              <a:rPr lang="en-IN" dirty="0" smtClean="0">
                <a:hlinkClick r:id="rId3"/>
              </a:rPr>
              <a:t>www.atlassian.com/git/tutorials/inspecting-a-repository/git-tag</a:t>
            </a:r>
            <a:endParaRPr lang="en-IN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2/15/2022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MCCI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F9EB-20BB-4E7B-AB01-CFB439B533E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6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972000h_(Standard-Powerpoint-Presentation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972000h_(Standard-Powerpoint-Presentation)</Template>
  <TotalTime>77</TotalTime>
  <Words>121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972000h_(Standard-Powerpoint-Presentation)</vt:lpstr>
      <vt:lpstr>Git Tag</vt:lpstr>
      <vt:lpstr>Why tags</vt:lpstr>
      <vt:lpstr>Tag commands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Tags and Release</dc:title>
  <dc:creator>dhineshkumar</dc:creator>
  <cp:lastModifiedBy>dhineshkumar</cp:lastModifiedBy>
  <cp:revision>8</cp:revision>
  <dcterms:created xsi:type="dcterms:W3CDTF">2022-02-15T09:46:04Z</dcterms:created>
  <dcterms:modified xsi:type="dcterms:W3CDTF">2022-03-08T12:25:33Z</dcterms:modified>
</cp:coreProperties>
</file>